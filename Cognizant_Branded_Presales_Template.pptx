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e4969fe66e4fc1" /><Relationship Type="http://schemas.openxmlformats.org/officeDocument/2006/relationships/extended-properties" Target="/docProps/app.xml" Id="R84e71566a1d647f7" /><Relationship Type="http://schemas.openxmlformats.org/officeDocument/2006/relationships/officeDocument" Target="/ppt/presentation.xml" Id="R64f9a23884c446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94335601d14db8"/>
    <p:sldMasterId xmlns:r="http://schemas.openxmlformats.org/officeDocument/2006/relationships" id="2147483655" r:id="Re562c2e4671348aa"/>
    <p:sldMasterId xmlns:r="http://schemas.openxmlformats.org/officeDocument/2006/relationships" id="2147483663" r:id="Rb87cb585fe274448"/>
    <p:sldMasterId xmlns:r="http://schemas.openxmlformats.org/officeDocument/2006/relationships" id="2147483666" r:id="R50e5873738a341b1"/>
  </p:sldMasterIdLst>
  <p:notesMasterIdLst>
    <p:notesMasterId xmlns:r="http://schemas.openxmlformats.org/officeDocument/2006/relationships" r:id="Ra3f0ebc3c09b4434"/>
  </p:notesMasterIdLst>
  <p:sldIdLst>
    <p:sldId xmlns:r="http://schemas.openxmlformats.org/officeDocument/2006/relationships" id="256" r:id="Rbb5e60500ef041a0"/>
    <p:sldId xmlns:r="http://schemas.openxmlformats.org/officeDocument/2006/relationships" id="257" r:id="R5f97c7d791194257"/>
    <p:sldId xmlns:r="http://schemas.openxmlformats.org/officeDocument/2006/relationships" id="258" r:id="Rf8482c0709a3403c"/>
    <p:sldId xmlns:r="http://schemas.openxmlformats.org/officeDocument/2006/relationships" id="259" r:id="Rdfd5eb81b06d4e7b"/>
    <p:sldId xmlns:r="http://schemas.openxmlformats.org/officeDocument/2006/relationships" id="260" r:id="R6f80c74266dc4417"/>
    <p:sldId xmlns:r="http://schemas.openxmlformats.org/officeDocument/2006/relationships" id="261" r:id="R5348793d147645f9"/>
    <p:sldId xmlns:r="http://schemas.openxmlformats.org/officeDocument/2006/relationships" id="262" r:id="R79cc0ee770fb441a"/>
    <p:sldId xmlns:r="http://schemas.openxmlformats.org/officeDocument/2006/relationships" id="263" r:id="R594073c31171404f"/>
    <p:sldId xmlns:r="http://schemas.openxmlformats.org/officeDocument/2006/relationships" id="264" r:id="Rb0fcc811b0a848f5"/>
    <p:sldId xmlns:r="http://schemas.openxmlformats.org/officeDocument/2006/relationships" id="265" r:id="R2eb251dc68ea43c0"/>
    <p:sldId xmlns:r="http://schemas.openxmlformats.org/officeDocument/2006/relationships" id="266" r:id="Re4ce79aa22c242cf"/>
    <p:sldId xmlns:r="http://schemas.openxmlformats.org/officeDocument/2006/relationships" id="267" r:id="R9d0746903ac94c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69cfc98731471b" /><Relationship Type="http://schemas.openxmlformats.org/officeDocument/2006/relationships/slideMaster" Target="/ppt/slideMasters/slideMaster1.xml" Id="Rac94335601d14db8" /><Relationship Type="http://schemas.openxmlformats.org/officeDocument/2006/relationships/slideMaster" Target="/ppt/slideMasters/slideMaster2.xml" Id="Re562c2e4671348aa" /><Relationship Type="http://schemas.openxmlformats.org/officeDocument/2006/relationships/slideMaster" Target="/ppt/slideMasters/slideMaster3.xml" Id="Rb87cb585fe274448" /><Relationship Type="http://schemas.openxmlformats.org/officeDocument/2006/relationships/slideMaster" Target="/ppt/slideMasters/slideMaster4.xml" Id="R50e5873738a341b1" /><Relationship Type="http://schemas.openxmlformats.org/officeDocument/2006/relationships/notesMaster" Target="/ppt/notesMasters/notesMaster1.xml" Id="Ra3f0ebc3c09b4434" /><Relationship Type="http://schemas.openxmlformats.org/officeDocument/2006/relationships/presProps" Target="/ppt/presProps.xml" Id="R54772863d9b446e6" /><Relationship Type="http://schemas.openxmlformats.org/officeDocument/2006/relationships/tableStyles" Target="/ppt/tableStyles.xml" Id="R0310443a3f9f4403" /><Relationship Type="http://schemas.openxmlformats.org/officeDocument/2006/relationships/slide" Target="/ppt/slides/slide1.xml" Id="Rbb5e60500ef041a0" /><Relationship Type="http://schemas.openxmlformats.org/officeDocument/2006/relationships/slide" Target="/ppt/slides/slide2.xml" Id="R5f97c7d791194257" /><Relationship Type="http://schemas.openxmlformats.org/officeDocument/2006/relationships/slide" Target="/ppt/slides/slide3.xml" Id="Rf8482c0709a3403c" /><Relationship Type="http://schemas.openxmlformats.org/officeDocument/2006/relationships/slide" Target="/ppt/slides/slide4.xml" Id="Rdfd5eb81b06d4e7b" /><Relationship Type="http://schemas.openxmlformats.org/officeDocument/2006/relationships/slide" Target="/ppt/slides/slide5.xml" Id="R6f80c74266dc4417" /><Relationship Type="http://schemas.openxmlformats.org/officeDocument/2006/relationships/slide" Target="/ppt/slides/slide6.xml" Id="R5348793d147645f9" /><Relationship Type="http://schemas.openxmlformats.org/officeDocument/2006/relationships/slide" Target="/ppt/slides/slide7.xml" Id="R79cc0ee770fb441a" /><Relationship Type="http://schemas.openxmlformats.org/officeDocument/2006/relationships/slide" Target="/ppt/slides/slide8.xml" Id="R594073c31171404f" /><Relationship Type="http://schemas.openxmlformats.org/officeDocument/2006/relationships/slide" Target="/ppt/slides/slide9.xml" Id="Rb0fcc811b0a848f5" /><Relationship Type="http://schemas.openxmlformats.org/officeDocument/2006/relationships/slide" Target="/ppt/slides/slide10.xml" Id="R2eb251dc68ea43c0" /><Relationship Type="http://schemas.openxmlformats.org/officeDocument/2006/relationships/slide" Target="/ppt/slides/slide11.xml" Id="Re4ce79aa22c242cf" /><Relationship Type="http://schemas.openxmlformats.org/officeDocument/2006/relationships/slide" Target="/ppt/slides/slide12.xml" Id="R9d0746903ac94c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6.xml" Id="R214af957cecc4c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Gellix"/>
        <a:ea typeface=""/>
        <a:cs typeface=""/>
      </a:majorFont>
      <a:minorFont>
        <a:latin typeface="Gellix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e0a9dc5f584760" /><Relationship Type="http://schemas.openxmlformats.org/officeDocument/2006/relationships/notesMaster" Target="/ppt/notesMasters/notesMaster1.xml" Id="R7ab08dc8d82840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333d4a03d341ac" /><Relationship Type="http://schemas.openxmlformats.org/officeDocument/2006/relationships/notesMaster" Target="/ppt/notesMasters/notesMaster1.xml" Id="Ra572339be6bc4f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f6bd8bcc5b4688" /><Relationship Type="http://schemas.openxmlformats.org/officeDocument/2006/relationships/notesMaster" Target="/ppt/notesMasters/notesMaster1.xml" Id="Ra150f92ecb2f48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01fd1351f140f3" /><Relationship Type="http://schemas.openxmlformats.org/officeDocument/2006/relationships/notesMaster" Target="/ppt/notesMasters/notesMaster1.xml" Id="R904fd1cbc29b44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98969683a44cac" /><Relationship Type="http://schemas.openxmlformats.org/officeDocument/2006/relationships/notesMaster" Target="/ppt/notesMasters/notesMaster1.xml" Id="R67e7e9fc174640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79e38216034e70" /><Relationship Type="http://schemas.openxmlformats.org/officeDocument/2006/relationships/notesMaster" Target="/ppt/notesMasters/notesMaster1.xml" Id="Rbb46dd7c29f14b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98128a6376482b" /><Relationship Type="http://schemas.openxmlformats.org/officeDocument/2006/relationships/notesMaster" Target="/ppt/notesMasters/notesMaster1.xml" Id="R33860dfc7af34e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16a6a1b95244c9" /><Relationship Type="http://schemas.openxmlformats.org/officeDocument/2006/relationships/notesMaster" Target="/ppt/notesMasters/notesMaster1.xml" Id="R9439982b3b0246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3b0d2fcb8c49b1" /><Relationship Type="http://schemas.openxmlformats.org/officeDocument/2006/relationships/notesMaster" Target="/ppt/notesMasters/notesMaster1.xml" Id="R544773fc5f3947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447837b0464214" /><Relationship Type="http://schemas.openxmlformats.org/officeDocument/2006/relationships/notesMaster" Target="/ppt/notesMasters/notesMaster1.xml" Id="R13c7d5211f6743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4cee0e7d4d4ef0" /><Relationship Type="http://schemas.openxmlformats.org/officeDocument/2006/relationships/notesMaster" Target="/ppt/notesMasters/notesMaster1.xml" Id="R01c5ddc5290d4d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e0e01060da745ab" /><Relationship Type="http://schemas.openxmlformats.org/officeDocument/2006/relationships/notesMaster" Target="/ppt/notesMasters/notesMaster1.xml" Id="Re0fa4b402a7b4a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short title of no more than two lines. Replace all bracketed content. Preserve the original logo proportions.</a:t>
            </a:r>
          </a:p>
          <a:p xmlns:a="http://schemas.openxmlformats.org/drawingml/2006/main">
            <a:r>
              <a:t>Brand reference: https://www.cognizant.com/in/en. Original logo assets from Cognizant scene7. Website-derived design, not an official internal template. Reviewed 10 October 2026. Gellix is referenced, not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Brand reference: https://www.cognizant.com/in/en. Original logo assets from Cognizant scene7. Website-derived design, not an official internal template. Reviewed 10 October 2026. Gellix is referenced, not embedded.</a:t>
            </a:r>
          </a:p>
          <a:p xmlns:a="http://schemas.openxmlformats.org/drawingml/2006/main">
            <a:r>
              <a:t>Font source: https://www.cognizant.com/etc.clientlibs/cognizant-dot-com/clientlibs/clientlib-font-global.lc-dee8f102ca533dca5d02484fb752267d-lc.min.css</a:t>
            </a:r>
          </a:p>
          <a:p xmlns:a="http://schemas.openxmlformats.org/drawingml/2006/main">
            <a:r>
              <a:t>Palette source: https://www.cognizant.com/etc.clientlibs/cognizant-dot-com/clientlibs/clientlib-dependencies.lc-25cf5d5c0924c933912d0278383c1f79-lc.min.css</a:t>
            </a:r>
          </a:p>
          <a:p xmlns:a="http://schemas.openxmlformats.org/drawingml/2006/main">
            <a:r>
              <a:t>Logo source: https://cognizant.scene7.com/is/content/cognizant/COG-Logo-2022-1?fmt=png-alpha</a:t>
            </a:r>
          </a:p>
          <a:p xmlns:a="http://schemas.openxmlformats.org/drawingml/2006/main">
            <a:r>
              <a:t>White logo: https://cognizant.scene7.com/is/image/cognizant/cognizant-white-logo-1?fmt=png-alpha</a:t>
            </a:r>
          </a:p>
          <a:p xmlns:a="http://schemas.openxmlformats.org/drawingml/2006/main">
            <a:r>
              <a:t>Use Home &gt; New Slide to select named layouts. Duplicate sample slides for native tables. Remove this guidance slide before client use. Palette selection is inferred from site CSS and is not a full corporate brand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Brand reference: https://www.cognizant.com/in/en. Original logo assets from Cognizant scene7. Website-derived design, not an official internal template. Reviewed 10 October 2026. Gellix is referenced, not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Brand reference: https://www.cognizant.com/in/en. Original logo assets from Cognizant scene7. Website-derived design, not an official internal template. Reviewed 10 October 2026. Gellix is referenced, not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Brand reference: https://www.cognizant.com/in/en. Original logo assets from Cognizant scene7. Website-derived design, not an official internal template. Reviewed 10 October 2026. Gellix is referenced, not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Brand reference: https://www.cognizant.com/in/en. Original logo assets from Cognizant scene7. Website-derived design, not an official internal template. Reviewed 10 October 2026. Gellix is referenced, not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Brand reference: https://www.cognizant.com/in/en. Original logo assets from Cognizant scene7. Website-derived design, not an official internal template. Reviewed 10 October 2026. Gellix is referenced, not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the left placeholder with an editable diagram. Keep service labels readable. State assumptions and link architecture sources.</a:t>
            </a:r>
          </a:p>
          <a:p xmlns:a="http://schemas.openxmlformats.org/drawingml/2006/main">
            <a:r>
              <a:t>Brand reference: https://www.cognizant.com/in/en. Original logo assets from Cognizant scene7. Website-derived design, not an official internal template. Reviewed 10 October 2026. Gellix is referenced, not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Brand reference: https://www.cognizant.com/in/en. Original logo assets from Cognizant scene7. Website-derived design, not an official internal template. Reviewed 10 October 2026. Gellix is referenced, not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Brand reference: https://www.cognizant.com/in/en. Original logo assets from Cognizant scene7. Website-derived design, not an official internal template. Reviewed 10 October 2026. Gellix is referenced, not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Brand reference: https://www.cognizant.com/in/en. Original logo assets from Cognizant scene7. Website-derived design, not an official internal template. Reviewed 10 October 2026. Gellix is referenced, not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Brand reference: https://www.cognizant.com/in/en. Original logo assets from Cognizant scene7. Website-derived design, not an official internal template. Reviewed 10 October 2026. Gellix is referenced, not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9e75cfd1cc4ab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d07ab5f78149a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302c84203c48a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4241bc85ae4c7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61045e69b14e7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b814c8ca3840f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2add38ed2ce453b" /><Relationship Type="http://schemas.openxmlformats.org/officeDocument/2006/relationships/image" Target="/ppt/media/image.png" Id="R298d15c1849d417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c766725c11e4ac9" /><Relationship Type="http://schemas.openxmlformats.org/officeDocument/2006/relationships/image" Target="/ppt/media/image2.png" Id="R2158411d075f466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46f2492711884366" /><Relationship Type="http://schemas.openxmlformats.org/officeDocument/2006/relationships/image" Target="/ppt/media/image3.png" Id="Rf12105039f80407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8347490cbfa44f8" /><Relationship Type="http://schemas.openxmlformats.org/officeDocument/2006/relationships/image" Target="/ppt/media/image4.png" Id="R82f16bd3225744a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8d60132230f4421" /><Relationship Type="http://schemas.openxmlformats.org/officeDocument/2006/relationships/image" Target="/ppt/media/image5.png" Id="Rf1de68665da2460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3882fa3e3694f86" /><Relationship Type="http://schemas.openxmlformats.org/officeDocument/2006/relationships/image" Target="/ppt/media/image6.png" Id="R681a98542d40472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db767df053a44bf" /><Relationship Type="http://schemas.openxmlformats.org/officeDocument/2006/relationships/image" Target="/ppt/media/image7.png" Id="R53c158dd22bd455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f1fb268c94e499b" /><Relationship Type="http://schemas.openxmlformats.org/officeDocument/2006/relationships/image" Target="/ppt/media/image8.png" Id="Rbc17ee00ae7c425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a4dc73f52214ef5" /><Relationship Type="http://schemas.openxmlformats.org/officeDocument/2006/relationships/image" Target="/ppt/media/image9.png" Id="Rfd22619079854251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2224d11fb44409e" /><Relationship Type="http://schemas.openxmlformats.org/officeDocument/2006/relationships/image" Target="/ppt/media/image10.png" Id="R96ee4aaf911242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3C62BE-6266-4FD7-A134-B94FB4390B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2FB86A6-41C3-4C5B-A646-A13982E6EB4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9C775D-47F2-48A9-8A22-0C2377E85A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C8EC57-8628-4F66-8C10-9FBC9A7441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C3CC55F-B37A-4AA3-86A4-40BE777C9F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DFE6414-6D1A-4BA5-A89E-4092422080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021ED1-1B7C-41CB-9EA7-75E534190F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56D015F-3F62-4C89-AE20-108E397F67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EA3482-BC64-4792-A439-94F33F4503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84684B-9BE8-449B-99FE-62DBE50807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>
  <p:cSld name="01 Cov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AC20D-6B8E-4E11-84C7-B8C6C8C134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d15c1849d417c"/>
          <a:stretch xmlns:a="http://schemas.openxmlformats.org/drawingml/2006/main"/>
        </p:blipFill>
        <p:spPr>
          <a:xfrm xmlns:a="http://schemas.openxmlformats.org/drawingml/2006/main">
            <a:off x="687813" y="552450"/>
            <a:ext cx="2567724" cy="460362"/>
          </a:xfrm>
          <a:prstGeom xmlns:a="http://schemas.openxmlformats.org/drawingml/2006/main" prst="rect">
            <a:avLst/>
          </a:prstGeom>
        </p:spPr>
      </p:pic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AC9D4263-9EE3-4FAD-8E35-B98A0454EE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143125"/>
            <a:ext cx="10572750" cy="1571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4800">
                <a:solidFill>
                  <a:schemeClr val="lt1"/>
                </a:solidFill>
              </a:defRPr>
            </a:defPPr>
          </a:lstStyle>
          <a:p xmlns:a="http://schemas.openxmlformats.org/drawingml/2006/main">
            <a:pPr>
              <a:defRPr sz="4800">
                <a:solidFill>
                  <a:schemeClr val="lt1"/>
                </a:solidFill>
              </a:defRPr>
            </a:pPr>
            <a:r>
              <a:rPr sz="4800">
                <a:solidFill>
                  <a:schemeClr val="lt1"/>
                </a:solidFill>
              </a:rPr>
              <a:t>[Slide title]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1115CABD-2ED3-4D69-8532-C5C8419DEDC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85800" y="4000500"/>
            <a:ext cx="104775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chemeClr val="accent3"/>
                </a:solidFill>
              </a:defRPr>
            </a:defPPr>
          </a:lstStyle>
          <a:p xmlns:a="http://schemas.openxmlformats.org/drawingml/2006/main">
            <a:pPr>
              <a:defRPr sz="2250">
                <a:solidFill>
                  <a:schemeClr val="accent3"/>
                </a:solidFill>
              </a:defRPr>
            </a:pPr>
            <a:r>
              <a:rPr sz="2250">
                <a:solidFill>
                  <a:schemeClr val="accent3"/>
                </a:solidFill>
              </a:rPr>
              <a:t>[Replace with content]</a:t>
            </a:r>
          </a:p>
        </p:txBody>
      </p:sp>
      <p:sp>
        <p:nvSpPr>
          <p:cNvPr id="4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6EAB9A1B-F3BD-4075-A0CF-2C38B41B85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5619750"/>
            <a:ext cx="1047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chemeClr val="lt1"/>
                </a:solidFill>
              </a:defRPr>
            </a:defPPr>
          </a:lstStyle>
          <a:p xmlns:a="http://schemas.openxmlformats.org/drawingml/2006/main">
            <a:pPr>
              <a:defRPr sz="1650">
                <a:solidFill>
                  <a:schemeClr val="lt1"/>
                </a:solidFill>
              </a:defRPr>
            </a:pPr>
            <a:r>
              <a:rPr sz="1650">
                <a:solidFill>
                  <a:schemeClr val="lt1"/>
                </a:solidFill>
              </a:rPr>
              <a:t>[Replace with content]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>
  <p:cSld name="02 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4555F-6ABF-4DE0-8B76-AD58059BD7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8411d075f466d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42780-5767-4422-A542-3310DC82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4AA11AF-3988-4E59-B3EC-36105FD3A0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50F4AE85-0251-4AA0-B4DE-399139D72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95500"/>
            <a:ext cx="10820400" cy="3571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>
  <p:cSld name="03 Section Divid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9DC5D-4FF1-4D21-9CE6-A33830CEDB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105039f804078"/>
          <a:stretch xmlns:a="http://schemas.openxmlformats.org/drawingml/2006/main"/>
        </p:blipFill>
        <p:spPr>
          <a:xfrm xmlns:a="http://schemas.openxmlformats.org/drawingml/2006/main">
            <a:off x="686062" y="552450"/>
            <a:ext cx="2571227" cy="460362"/>
          </a:xfrm>
          <a:prstGeom xmlns:a="http://schemas.openxmlformats.org/drawingml/2006/main" prst="rect">
            <a:avLst/>
          </a:prstGeom>
        </p:spPr>
      </p:pic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BBB9219-B0FC-427D-90E8-1F67F5B5CD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762250"/>
            <a:ext cx="10477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48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4800">
                <a:solidFill>
                  <a:schemeClr val="tx1"/>
                </a:solidFill>
              </a:defRPr>
            </a:pPr>
            <a:r>
              <a:rPr sz="48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6194A791-D7D0-46D9-B4BD-E57324440C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4191000"/>
            <a:ext cx="9525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2250">
                <a:solidFill>
                  <a:schemeClr val="tx1"/>
                </a:solidFill>
              </a:defRPr>
            </a:pPr>
            <a:r>
              <a:rPr sz="225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>
  <p:cSld name="04 Executive Summary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57043-2B4E-4380-8B24-BADBD1C951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16bd3225744a2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3C092-75B5-48CC-A68D-B133B32D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D43F1ED2-FF18-4A8B-9671-FC9A1875CD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87448854-A198-49EC-AEF3-2CB49FFA21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95500"/>
            <a:ext cx="104775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625">
                <a:solidFill>
                  <a:schemeClr val="accent2"/>
                </a:solidFill>
              </a:defRPr>
            </a:defPPr>
          </a:lstStyle>
          <a:p xmlns:a="http://schemas.openxmlformats.org/drawingml/2006/main">
            <a:pPr>
              <a:defRPr sz="2625">
                <a:solidFill>
                  <a:schemeClr val="accent2"/>
                </a:solidFill>
              </a:defRPr>
            </a:pPr>
            <a:r>
              <a:rPr sz="2625">
                <a:solidFill>
                  <a:schemeClr val="accent2"/>
                </a:solidFill>
              </a:rPr>
              <a:t>[Replace with content]</a:t>
            </a:r>
          </a:p>
        </p:txBody>
      </p:sp>
      <p:sp>
        <p:nvSpPr>
          <p:cNvPr id="5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5AFC5D61-FDBE-4993-890E-B5779AB85D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3714750"/>
            <a:ext cx="1047750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2025">
                <a:solidFill>
                  <a:schemeClr val="tx1"/>
                </a:solidFill>
              </a:defRPr>
            </a:pPr>
            <a:r>
              <a:rPr sz="2025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>
  <p:cSld name="05 Two Columns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1B49B-903B-4763-A3F8-6316D93763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e68665da24603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D1C1C-5B3E-4259-A507-FECD1859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94997F6-7BDC-4B75-A696-863F167656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E972CE9-7232-4DFC-9BEF-C755827B39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47875"/>
            <a:ext cx="50673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  <p:sp>
        <p:nvSpPr>
          <p:cNvPr id="5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6629F83F-72FA-48E8-BC8E-75C189A05B1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38900" y="2047875"/>
            <a:ext cx="50673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06 Offering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C124D-6B65-4C2D-8A37-252B07A301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a98542d40472f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B2F35-9AEC-43A2-BE69-C18C8CEA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F0AEFED-FFDD-47A7-AEA7-26363156A9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8D0AC503-9F9D-4ED3-B877-E6363B792B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47875"/>
            <a:ext cx="5238750" cy="3524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  <p:sp>
        <p:nvSpPr>
          <p:cNvPr id="5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1AACCEF8-AFA9-4736-B70E-4537D3E3CB6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62750" y="2047875"/>
            <a:ext cx="4743450" cy="3524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>
  <p:cSld name="07 Architectur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69C74-9630-4765-8276-43DA682C4B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158dd22bd4552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B7F6B-71B3-44A7-9E33-5E9A576E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A8E1A4E-26A5-4B3C-8BC2-019693C1AE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D46CD490-AA7C-4C2B-9541-660D198519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00250"/>
            <a:ext cx="74295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chemeClr val="accent2"/>
                </a:solidFill>
              </a:defRPr>
            </a:defPPr>
          </a:lstStyle>
          <a:p xmlns:a="http://schemas.openxmlformats.org/drawingml/2006/main">
            <a:pPr>
              <a:defRPr sz="2400">
                <a:solidFill>
                  <a:schemeClr val="accent2"/>
                </a:solidFill>
              </a:defRPr>
            </a:pPr>
            <a:r>
              <a:rPr sz="2400">
                <a:solidFill>
                  <a:schemeClr val="accent2"/>
                </a:solidFill>
              </a:rPr>
              <a:t>[Replace with content]</a:t>
            </a:r>
          </a:p>
        </p:txBody>
      </p:sp>
      <p:sp>
        <p:nvSpPr>
          <p:cNvPr id="5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35F0A514-67DC-4714-94F9-E5A638797C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801100" y="2000250"/>
            <a:ext cx="27051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chemeClr val="tx1"/>
                </a:solidFill>
              </a:defRPr>
            </a:pPr>
            <a:r>
              <a:rPr sz="180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>
  <p:cSld name="08 Tab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1616A-2AFD-4DC5-B643-38947C9898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7ee00ae7c4253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603B6-CCD9-4B49-8195-384AD298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B252EB8-8E76-44FB-811B-454EB0BCFC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E65C2D53-E410-43F9-9B8B-322B84CB4F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5648325"/>
            <a:ext cx="108204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chemeClr val="tx2"/>
                </a:solidFill>
              </a:defRPr>
            </a:pPr>
            <a:r>
              <a:rPr sz="1500">
                <a:solidFill>
                  <a:schemeClr val="tx2"/>
                </a:solidFill>
              </a:rPr>
              <a:t>[Replace with content]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>
  <p:cSld name="09 Delivery Plan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1D151-E620-4600-8202-38F279D77B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2619079854251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2C82A-37E1-4805-9D1D-87311800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D9D558D-C901-4558-84B8-EA6D0316CA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726972C0-DCFE-429F-AF12-8A55DB71DA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5676900"/>
            <a:ext cx="10820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chemeClr val="tx2"/>
                </a:solidFill>
              </a:defRPr>
            </a:pPr>
            <a:r>
              <a:rPr sz="1500">
                <a:solidFill>
                  <a:schemeClr val="tx2"/>
                </a:solidFill>
              </a:rPr>
              <a:t>[Replace with content]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>
  <p:cSld name="10 Closing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1816C-04DC-4E5C-838B-663FCE8F61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e4aaf91124207"/>
          <a:stretch xmlns:a="http://schemas.openxmlformats.org/drawingml/2006/main"/>
        </p:blipFill>
        <p:spPr>
          <a:xfrm xmlns:a="http://schemas.openxmlformats.org/drawingml/2006/main">
            <a:off x="687813" y="552450"/>
            <a:ext cx="2567724" cy="460362"/>
          </a:xfrm>
          <a:prstGeom xmlns:a="http://schemas.openxmlformats.org/drawingml/2006/main" prst="rect">
            <a:avLst/>
          </a:prstGeom>
        </p:spPr>
      </p:pic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4C4BFDA8-6E4E-40CE-AA3A-4D2DD54169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238375"/>
            <a:ext cx="10477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4800">
                <a:solidFill>
                  <a:schemeClr val="lt1"/>
                </a:solidFill>
              </a:defRPr>
            </a:defPPr>
          </a:lstStyle>
          <a:p xmlns:a="http://schemas.openxmlformats.org/drawingml/2006/main">
            <a:pPr>
              <a:defRPr sz="4800">
                <a:solidFill>
                  <a:schemeClr val="lt1"/>
                </a:solidFill>
              </a:defRPr>
            </a:pPr>
            <a:r>
              <a:rPr sz="4800">
                <a:solidFill>
                  <a:schemeClr val="lt1"/>
                </a:solidFill>
              </a:rPr>
              <a:t>[Slide title]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4389B62-D467-4DBA-92F0-2B6671280F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3876675"/>
            <a:ext cx="104775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chemeClr val="accent3"/>
                </a:solidFill>
              </a:defRPr>
            </a:defPPr>
          </a:lstStyle>
          <a:p xmlns:a="http://schemas.openxmlformats.org/drawingml/2006/main">
            <a:pPr>
              <a:defRPr sz="2250">
                <a:solidFill>
                  <a:schemeClr val="accent3"/>
                </a:solidFill>
              </a:defRPr>
            </a:pPr>
            <a:r>
              <a:rPr sz="2250">
                <a:solidFill>
                  <a:schemeClr val="accent3"/>
                </a:solidFill>
              </a:rPr>
              <a:t>[Replace with content]</a:t>
            </a:r>
          </a:p>
        </p:txBody>
      </p:sp>
      <p:sp>
        <p:nvSpPr>
          <p:cNvPr id="4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A2EFECE1-97EE-4C2A-8563-A64ECD2E3E6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5524500"/>
            <a:ext cx="10477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chemeClr val="lt1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chemeClr val="lt1"/>
                </a:solidFill>
              </a:defRPr>
            </a:pPr>
            <a:r>
              <a:rPr sz="1800">
                <a:solidFill>
                  <a:schemeClr val="lt1"/>
                </a:solidFill>
              </a:rPr>
              <a:t>[Replace with content]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16159d631a469e" /><Relationship Type="http://schemas.openxmlformats.org/officeDocument/2006/relationships/slideLayout" Target="/ppt/slideLayouts/slideLayout1.xml" Id="R8f1bf2f0f8464e84" /><Relationship Type="http://schemas.openxmlformats.org/officeDocument/2006/relationships/slideLayout" Target="/ppt/slideLayouts/slideLayout2.xml" Id="Re9fc826fb18a4f15" /><Relationship Type="http://schemas.openxmlformats.org/officeDocument/2006/relationships/slideLayout" Target="/ppt/slideLayouts/slideLayout3.xml" Id="R35648cb6e9984541" /><Relationship Type="http://schemas.openxmlformats.org/officeDocument/2006/relationships/slideLayout" Target="/ppt/slideLayouts/slideLayout4.xml" Id="Rc147ea9fb0f543b1" /><Relationship Type="http://schemas.openxmlformats.org/officeDocument/2006/relationships/slideLayout" Target="/ppt/slideLayouts/slideLayout5.xml" Id="Ra52babe339764543" /><Relationship Type="http://schemas.openxmlformats.org/officeDocument/2006/relationships/slideLayout" Target="/ppt/slideLayouts/slideLayout6.xml" Id="Re465f5df15ad44f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9bfac7664ba44c0" /><Relationship Type="http://schemas.openxmlformats.org/officeDocument/2006/relationships/slideLayout" Target="/ppt/slideLayouts/slideLayout8.xml" Id="Ref66cbd7649342a4" /><Relationship Type="http://schemas.openxmlformats.org/officeDocument/2006/relationships/slideLayout" Target="/ppt/slideLayouts/slideLayout10.xml" Id="R94a7b8a46c4f4bde" /><Relationship Type="http://schemas.openxmlformats.org/officeDocument/2006/relationships/slideLayout" Target="/ppt/slideLayouts/slideLayout11.xml" Id="Ra82fbf657a2f48ee" /><Relationship Type="http://schemas.openxmlformats.org/officeDocument/2006/relationships/slideLayout" Target="/ppt/slideLayouts/slideLayout12.xml" Id="R8f2c27fe36c147d3" /><Relationship Type="http://schemas.openxmlformats.org/officeDocument/2006/relationships/slideLayout" Target="/ppt/slideLayouts/slideLayout13.xml" Id="Rde438d9eb6954fbf" /><Relationship Type="http://schemas.openxmlformats.org/officeDocument/2006/relationships/slideLayout" Target="/ppt/slideLayouts/slideLayout14.xml" Id="R2a5f1ca95513402a" /><Relationship Type="http://schemas.openxmlformats.org/officeDocument/2006/relationships/slideLayout" Target="/ppt/slideLayouts/slideLayout15.xml" Id="R2eeacb68d2144397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7eb32b989c4847f8" /><Relationship Type="http://schemas.openxmlformats.org/officeDocument/2006/relationships/slideLayout" Target="/ppt/slideLayouts/slideLayout7.xml" Id="R79ea0f8627af41f6" /><Relationship Type="http://schemas.openxmlformats.org/officeDocument/2006/relationships/slideLayout" Target="/ppt/slideLayouts/slideLayout16.xml" Id="Rda88ffd24a5f43ce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2578da971f074f4d" /><Relationship Type="http://schemas.openxmlformats.org/officeDocument/2006/relationships/slideLayout" Target="/ppt/slideLayouts/slideLayout9.xml" Id="Rdb68f69021dd4e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1bf2f0f8464e84"/>
    <p:sldLayoutId xmlns:r="http://schemas.openxmlformats.org/officeDocument/2006/relationships" id="2147483650" r:id="Re9fc826fb18a4f15"/>
    <p:sldLayoutId xmlns:r="http://schemas.openxmlformats.org/officeDocument/2006/relationships" id="2147483651" r:id="R35648cb6e9984541"/>
    <p:sldLayoutId xmlns:r="http://schemas.openxmlformats.org/officeDocument/2006/relationships" id="2147483652" r:id="Rc147ea9fb0f543b1"/>
    <p:sldLayoutId xmlns:r="http://schemas.openxmlformats.org/officeDocument/2006/relationships" id="2147483653" r:id="Ra52babe339764543"/>
    <p:sldLayoutId xmlns:r="http://schemas.openxmlformats.org/officeDocument/2006/relationships" id="2147483654" r:id="Re465f5df15ad44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Cognizant Light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ef66cbd7649342a4"/>
    <p:sldLayoutId xmlns:r="http://schemas.openxmlformats.org/officeDocument/2006/relationships" id="2147483657" r:id="R94a7b8a46c4f4bde"/>
    <p:sldLayoutId xmlns:r="http://schemas.openxmlformats.org/officeDocument/2006/relationships" id="2147483658" r:id="Ra82fbf657a2f48ee"/>
    <p:sldLayoutId xmlns:r="http://schemas.openxmlformats.org/officeDocument/2006/relationships" id="2147483659" r:id="R8f2c27fe36c147d3"/>
    <p:sldLayoutId xmlns:r="http://schemas.openxmlformats.org/officeDocument/2006/relationships" id="2147483660" r:id="Rde438d9eb6954fbf"/>
    <p:sldLayoutId xmlns:r="http://schemas.openxmlformats.org/officeDocument/2006/relationships" id="2147483661" r:id="R2a5f1ca95513402a"/>
    <p:sldLayoutId xmlns:r="http://schemas.openxmlformats.org/officeDocument/2006/relationships" id="2147483662" r:id="R2eeacb68d2144397"/>
  </p:sldLayoutIdLst>
</p:sldMaster>
</file>

<file path=ppt/slideMasters/slideMaster3.xml><?xml version="1.0" encoding="utf-8"?>
<p:sldMaster xmlns:p="http://schemas.openxmlformats.org/presentationml/2006/main">
  <p:cSld name="Cognizant Navy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79ea0f8627af41f6"/>
    <p:sldLayoutId xmlns:r="http://schemas.openxmlformats.org/officeDocument/2006/relationships" id="2147483665" r:id="Rda88ffd24a5f43ce"/>
  </p:sldLayoutIdLst>
</p:sldMaster>
</file>

<file path=ppt/slideMasters/slideMaster4.xml><?xml version="1.0" encoding="utf-8"?>
<p:sldMaster xmlns:p="http://schemas.openxmlformats.org/presentationml/2006/main">
  <p:cSld name="Cognizant Cyan">
    <p:bg>
      <p:bgPr>
        <a:solidFill xmlns:a="http://schemas.openxmlformats.org/drawingml/2006/main">
          <a:schemeClr val="accent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7" r:id="Rdb68f69021dd4ee5"/>
  </p:sldLayoutIdLst>
</p:sldMaster>
</file>

<file path=ppt/slideMasters/theme/theme2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Gellix"/>
        <a:ea typeface=""/>
        <a:cs typeface=""/>
      </a:majorFont>
      <a:minorFont>
        <a:latin typeface="Gellix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Gellix"/>
        <a:ea typeface=""/>
        <a:cs typeface=""/>
      </a:majorFont>
      <a:minorFont>
        <a:latin typeface="Gellix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Gellix"/>
        <a:ea typeface=""/>
        <a:cs typeface=""/>
      </a:majorFont>
      <a:minorFont>
        <a:latin typeface="Gellix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Gellix"/>
        <a:ea typeface=""/>
        <a:cs typeface=""/>
      </a:majorFont>
      <a:minorFont>
        <a:latin typeface="Gellix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5dfd0ab5674be9" /><Relationship Type="http://schemas.openxmlformats.org/officeDocument/2006/relationships/image" Target="/ppt/media/image11.png" Id="Rbf50dbfc43ab404d" /><Relationship Type="http://schemas.openxmlformats.org/officeDocument/2006/relationships/notesSlide" Target="/ppt/notesSlides/notesSlide1.xml" Id="Rdf4f240e6d5544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4ba4cb772f34400" /><Relationship Type="http://schemas.openxmlformats.org/officeDocument/2006/relationships/image" Target="/ppt/media/image12.png" Id="R18593ae102d446ef" /><Relationship Type="http://schemas.openxmlformats.org/officeDocument/2006/relationships/image" Target="/ppt/media/image13.png" Id="R63fe23b7622f46ff" /><Relationship Type="http://schemas.openxmlformats.org/officeDocument/2006/relationships/notesSlide" Target="/ppt/notesSlides/notesSlide2.xml" Id="Rcecf199513e34b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64460e96e064a01" /><Relationship Type="http://schemas.openxmlformats.org/officeDocument/2006/relationships/image" Target="/ppt/media/image14.png" Id="R01d9ee84085943e9" /><Relationship Type="http://schemas.openxmlformats.org/officeDocument/2006/relationships/notesSlide" Target="/ppt/notesSlides/notesSlide3.xml" Id="Re3893e2b6cfc4b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e9ff922d93924edb" /><Relationship Type="http://schemas.openxmlformats.org/officeDocument/2006/relationships/image" Target="/ppt/media/image15.png" Id="R826b47ad32764029" /><Relationship Type="http://schemas.openxmlformats.org/officeDocument/2006/relationships/notesSlide" Target="/ppt/notesSlides/notesSlide4.xml" Id="R2a4ca59331554d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71723a27cc3f4448" /><Relationship Type="http://schemas.openxmlformats.org/officeDocument/2006/relationships/image" Target="/ppt/media/image16.png" Id="Ree8af83158a64b0e" /><Relationship Type="http://schemas.openxmlformats.org/officeDocument/2006/relationships/notesSlide" Target="/ppt/notesSlides/notesSlide5.xml" Id="Rbc179edaad0143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4a073ce76c14b7a" /><Relationship Type="http://schemas.openxmlformats.org/officeDocument/2006/relationships/image" Target="/ppt/media/image17.png" Id="R03326ff5ff154b25" /><Relationship Type="http://schemas.openxmlformats.org/officeDocument/2006/relationships/notesSlide" Target="/ppt/notesSlides/notesSlide6.xml" Id="R002558d1a23947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b82530d489c4444" /><Relationship Type="http://schemas.openxmlformats.org/officeDocument/2006/relationships/image" Target="/ppt/media/image18.png" Id="R2de2e84c48804805" /><Relationship Type="http://schemas.openxmlformats.org/officeDocument/2006/relationships/notesSlide" Target="/ppt/notesSlides/notesSlide7.xml" Id="R726b1c9579e148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f71d119bd0814907" /><Relationship Type="http://schemas.openxmlformats.org/officeDocument/2006/relationships/image" Target="/ppt/media/image19.png" Id="Re05b16887fb443ee" /><Relationship Type="http://schemas.openxmlformats.org/officeDocument/2006/relationships/notesSlide" Target="/ppt/notesSlides/notesSlide8.xml" Id="Ra8281d41ea4145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16bbaae6b5694a65" /><Relationship Type="http://schemas.openxmlformats.org/officeDocument/2006/relationships/image" Target="/ppt/media/image20.png" Id="R41233ee92cd24664" /><Relationship Type="http://schemas.openxmlformats.org/officeDocument/2006/relationships/notesSlide" Target="/ppt/notesSlides/notesSlide9.xml" Id="Re69c3be3717a41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87a03f634cc8416f" /><Relationship Type="http://schemas.openxmlformats.org/officeDocument/2006/relationships/image" Target="/ppt/media/image21.png" Id="R893669dbe3ea4e41" /><Relationship Type="http://schemas.openxmlformats.org/officeDocument/2006/relationships/notesSlide" Target="/ppt/notesSlides/notesSlide10.xml" Id="Rbd1badb3a56241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5b568f7fad5042aa" /><Relationship Type="http://schemas.openxmlformats.org/officeDocument/2006/relationships/image" Target="/ppt/media/image22.png" Id="R912738e431d240b3" /><Relationship Type="http://schemas.openxmlformats.org/officeDocument/2006/relationships/notesSlide" Target="/ppt/notesSlides/notesSlide11.xml" Id="R1639d75bacb34a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ee5b7095876c4316" /><Relationship Type="http://schemas.openxmlformats.org/officeDocument/2006/relationships/image" Target="/ppt/media/image23.png" Id="Rbf8559bbdc8546e1" /><Relationship Type="http://schemas.openxmlformats.org/officeDocument/2006/relationships/notesSlide" Target="/ppt/notesSlides/notesSlide12.xml" Id="R80f3f2eebf5843d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AC9D4263-9EE3-4FAD-8E35-B98A0454EE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4800">
                <a:solidFill>
                  <a:schemeClr val="lt1"/>
                </a:solidFill>
              </a:defRPr>
            </a:defPPr>
          </a:lstStyle>
          <a:p xmlns:a="http://schemas.openxmlformats.org/drawingml/2006/main">
            <a:pPr>
              <a:defRPr sz="4800">
                <a:solidFill>
                  <a:schemeClr val="lt1"/>
                </a:solidFill>
              </a:defRPr>
            </a:pPr>
            <a:r>
              <a:rPr sz="4800">
                <a:solidFill>
                  <a:schemeClr val="lt1"/>
                </a:solidFill>
              </a:rPr>
              <a:t>[Proposal or presentation title]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1115CABD-2ED3-4D69-8532-C5C8419DEDC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chemeClr val="accent3"/>
                </a:solidFill>
              </a:defRPr>
            </a:defPPr>
          </a:lstStyle>
          <a:p xmlns:a="http://schemas.openxmlformats.org/drawingml/2006/main">
            <a:pPr>
              <a:defRPr sz="2250">
                <a:solidFill>
                  <a:schemeClr val="accent3"/>
                </a:solidFill>
              </a:defRPr>
            </a:pPr>
            <a:r>
              <a:rPr sz="2250">
                <a:solidFill>
                  <a:schemeClr val="accent3"/>
                </a:solidFill>
              </a:rPr>
              <a:t>[Client name]  /  [Offering or topic]</a:t>
            </a:r>
          </a:p>
        </p:txBody>
      </p:sp>
      <p:sp>
        <p:nvSpPr>
          <p:cNvPr id="4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6EAB9A1B-F3BD-4075-A0CF-2C38B41B85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chemeClr val="lt1"/>
                </a:solidFill>
              </a:defRPr>
            </a:defPPr>
          </a:lstStyle>
          <a:p xmlns:a="http://schemas.openxmlformats.org/drawingml/2006/main">
            <a:pPr>
              <a:defRPr sz="1650">
                <a:solidFill>
                  <a:schemeClr val="lt1"/>
                </a:solidFill>
              </a:defRPr>
            </a:pPr>
            <a:r>
              <a:rPr sz="1650">
                <a:solidFill>
                  <a:schemeClr val="lt1"/>
                </a:solidFill>
              </a:rPr>
              <a:t>[Presenter name]   [Role]   [Date]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8DE06-DA55-4FF8-BF9E-1046A6E716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50dbfc43ab404d"/>
          <a:stretch xmlns:a="http://schemas.openxmlformats.org/drawingml/2006/main"/>
        </p:blipFill>
        <p:spPr>
          <a:xfrm xmlns:a="http://schemas.openxmlformats.org/drawingml/2006/main">
            <a:off x="687813" y="552450"/>
            <a:ext cx="2567724" cy="4603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606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4AA11AF-3988-4E59-B3EC-36105FD3A0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Brand reference and template usage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50F4AE85-0251-4AA0-B4DE-399139D72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/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A73C0-D5AC-4403-B6F0-7BE1A8E3F8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93ae102d446ef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96BAE-58E7-42DD-9960-82429C9B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02162-9A4F-416E-9D39-9005F1AC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chemeClr val="accent2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chemeClr val="accent2"/>
                </a:solidFill>
              </a:defRPr>
            </a:pPr>
            <a:r>
              <a:rPr sz="2100" b="1">
                <a:solidFill>
                  <a:schemeClr val="accent2"/>
                </a:solidFill>
              </a:rPr>
              <a:t>Website typography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4EF12-3891-40A9-B41C-0AB9CB5F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58578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chemeClr val="tx1"/>
                </a:solidFill>
              </a:defRPr>
            </a:pPr>
            <a:r>
              <a:rPr sz="1875" b="0">
                <a:solidFill>
                  <a:schemeClr val="tx1"/>
                </a:solidFill>
              </a:rPr>
              <a:t>Gellix Light, Regular and SemiBold</a:t>
            </a:r>
          </a:p>
          <a:p xmlns:a="http://schemas.openxmlformats.org/drawingml/2006/main">
            <a:pPr>
              <a:defRPr sz="1875" b="0">
                <a:solidFill>
                  <a:schemeClr val="tx1"/>
                </a:solidFill>
              </a:defRPr>
            </a:pPr>
            <a:r>
              <a:rPr sz="1875" b="0">
                <a:solidFill>
                  <a:schemeClr val="tx1"/>
                </a:solidFill>
              </a:rPr>
              <a:t>Titles 33–48 pt   /   Body 19–22 pt</a:t>
            </a:r>
          </a:p>
          <a:p xmlns:a="http://schemas.openxmlformats.org/drawingml/2006/main">
            <a:pPr>
              <a:defRPr sz="1875" b="0">
                <a:solidFill>
                  <a:schemeClr val="tx1"/>
                </a:solidFill>
              </a:defRPr>
            </a:pPr>
            <a:r>
              <a:rPr sz="1875" b="0">
                <a:solidFill>
                  <a:schemeClr val="tx1"/>
                </a:solidFill>
              </a:rPr>
              <a:t>Use Arial if corporate Gellix is unavailable.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AF3EB7-2311-4C2B-A816-B13B2F67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859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chemeClr val="accent2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chemeClr val="accent2"/>
                </a:solidFill>
              </a:defRPr>
            </a:pPr>
            <a:r>
              <a:rPr sz="2100" b="1">
                <a:solidFill>
                  <a:schemeClr val="accent2"/>
                </a:solidFill>
              </a:rPr>
              <a:t>Logo usage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6E67F-8421-471E-B905-95F6DA9882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fe23b7622f46ff"/>
          <a:stretch xmlns:a="http://schemas.openxmlformats.org/drawingml/2006/main"/>
        </p:blipFill>
        <p:spPr>
          <a:xfrm xmlns:a="http://schemas.openxmlformats.org/drawingml/2006/main">
            <a:off x="7144045" y="2533650"/>
            <a:ext cx="2904534" cy="520039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E27CA-1756-4AD1-BAA6-93453BCE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05175"/>
            <a:ext cx="428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chemeClr val="tx1"/>
                </a:solidFill>
              </a:defRPr>
            </a:pPr>
            <a:r>
              <a:rPr sz="1800" b="0">
                <a:solidFill>
                  <a:schemeClr val="tx1"/>
                </a:solidFill>
              </a:rPr>
              <a:t>Use the supplied wordmark unchanged.</a:t>
            </a:r>
          </a:p>
          <a:p xmlns:a="http://schemas.openxmlformats.org/drawingml/2006/main">
            <a:pPr>
              <a:defRPr sz="1800" b="0">
                <a:solidFill>
                  <a:schemeClr val="tx1"/>
                </a:solidFill>
              </a:defRPr>
            </a:pPr>
            <a:r>
              <a:rPr sz="1800" b="0">
                <a:solidFill>
                  <a:schemeClr val="tx1"/>
                </a:solidFill>
              </a:rPr>
              <a:t>Retain its proportions and clear space.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BBB05-0A52-43C9-8323-5993DEEA84BB}"/>
              </a:ext>
            </a:extLst>
          </p:cNvPr>
          <p:cNvGraphicFramePr/>
          <p:nvPr/>
        </p:nvGraphicFramePr>
        <p:xfrm>
          <a:off xmlns:a="http://schemas.openxmlformats.org/drawingml/2006/main" x="685800" y="4248150"/>
          <a:ext xmlns:a="http://schemas.openxmlformats.org/drawingml/2006/main" cx="10820400" cy="167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3143250"/>
                <a:gridCol w="5867400"/>
              </a:tblGrid>
              <a:tr h="33528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chemeClr val="lt1"/>
                          </a:solidFill>
                        </a:rPr>
                        <a:t>Role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chemeClr val="lt1"/>
                          </a:solidFill>
                        </a:rPr>
                        <a:t>Website color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chemeClr val="lt1"/>
                          </a:solidFill>
                        </a:rPr>
                        <a:t>Template use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Primary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#000048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Navy titles and dark covers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Secondary</a:t>
                      </a:r>
                    </a:p>
                  </a:txBody>
                  <a:tcPr marL="91440" marR="91440" marT="45720" marB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#2F78C4</a:t>
                      </a:r>
                    </a:p>
                  </a:txBody>
                  <a:tcPr marL="91440" marR="91440" marT="45720" marB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Subheadings and links</a:t>
                      </a:r>
                    </a:p>
                  </a:txBody>
                  <a:tcPr marL="91440" marR="91440" marT="45720" marB="45720">
                    <a:solidFill>
                      <a:schemeClr val="bg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Accent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#26EFE9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Section backgrounds and emphasis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Neutral</a:t>
                      </a:r>
                    </a:p>
                  </a:txBody>
                  <a:tcPr marL="91440" marR="91440" marT="45720" marB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#F5F5F2 / #53565A</a:t>
                      </a:r>
                    </a:p>
                  </a:txBody>
                  <a:tcPr marL="91440" marR="91440" marT="45720" marB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Table rows and supporting text</a:t>
                      </a:r>
                    </a:p>
                  </a:txBody>
                  <a:tcPr marL="91440" marR="91440" marT="45720" marB="45720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44303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4AA11AF-3988-4E59-B3EC-36105FD3A0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[Agenda]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50F4AE85-0251-4AA0-B4DE-399139D72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01   [Customer context]</a:t>
            </a:r>
          </a:p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/>
            </a:r>
          </a:p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02   [Proposed solution]</a:t>
            </a:r>
          </a:p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/>
            </a:r>
          </a:p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03   [Delivery and commercials]</a:t>
            </a:r>
          </a:p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/>
            </a:r>
          </a:p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04   [Decisions and next steps]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2F074-1051-4A03-AB84-7F3C8FA573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9ee84085943e9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B5464-A99B-45DB-B578-2C92EB5C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</p:spTree>
    <p:extLst>
      <p:ext uri="{BB962C8B-B14F-4D97-AF65-F5344CB8AC3E}">
        <p14:creationId xmlns:p14="http://schemas.microsoft.com/office/powerpoint/2010/main" val="7358917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BBB9219-B0FC-427D-90E8-1F67F5B5CD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48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4800">
                <a:solidFill>
                  <a:schemeClr val="tx1"/>
                </a:solidFill>
              </a:defRPr>
            </a:pPr>
            <a:r>
              <a:rPr sz="4800">
                <a:solidFill>
                  <a:schemeClr val="tx1"/>
                </a:solidFill>
              </a:rPr>
              <a:t>[Section title]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6194A791-D7D0-46D9-B4BD-E57324440C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2250">
                <a:solidFill>
                  <a:schemeClr val="tx1"/>
                </a:solidFill>
              </a:defRPr>
            </a:pPr>
            <a:r>
              <a:rPr sz="2250">
                <a:solidFill>
                  <a:schemeClr val="tx1"/>
                </a:solidFill>
              </a:rPr>
              <a:t>[One sentence describing this section]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CEB9E-2012-44E7-BD27-496093D938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6b47ad32764029"/>
          <a:stretch xmlns:a="http://schemas.openxmlformats.org/drawingml/2006/main"/>
        </p:blipFill>
        <p:spPr>
          <a:xfrm xmlns:a="http://schemas.openxmlformats.org/drawingml/2006/main">
            <a:off x="686062" y="552450"/>
            <a:ext cx="2571227" cy="4603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0659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D43F1ED2-FF18-4A8B-9671-FC9A1875CD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[Executive summary]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87448854-A198-49EC-AEF3-2CB49FFA21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625">
                <a:solidFill>
                  <a:schemeClr val="accent2"/>
                </a:solidFill>
              </a:defRPr>
            </a:defPPr>
          </a:lstStyle>
          <a:p xmlns:a="http://schemas.openxmlformats.org/drawingml/2006/main">
            <a:pPr>
              <a:defRPr sz="2625">
                <a:solidFill>
                  <a:schemeClr val="accent2"/>
                </a:solidFill>
              </a:defRPr>
            </a:pPr>
            <a:r>
              <a:rPr sz="2625">
                <a:solidFill>
                  <a:schemeClr val="accent2"/>
                </a:solidFill>
              </a:rPr>
              <a:t>[Customer outcome in one clear sentence]</a:t>
            </a:r>
          </a:p>
        </p:txBody>
      </p:sp>
      <p:sp>
        <p:nvSpPr>
          <p:cNvPr id="4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5AFC5D61-FDBE-4993-890E-B5779AB85D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2025">
                <a:solidFill>
                  <a:schemeClr val="tx1"/>
                </a:solidFill>
              </a:defRPr>
            </a:pPr>
            <a:r>
              <a:rPr sz="2025">
                <a:solidFill>
                  <a:schemeClr val="tx1"/>
                </a:solidFill>
              </a:rPr>
              <a:t>Customer need: [Business problem and evidence]</a:t>
            </a:r>
          </a:p>
          <a:p xmlns:a="http://schemas.openxmlformats.org/drawingml/2006/main">
            <a:pPr>
              <a:defRPr sz="2025">
                <a:solidFill>
                  <a:schemeClr val="tx1"/>
                </a:solidFill>
              </a:defRPr>
            </a:pPr>
            <a:r>
              <a:rPr sz="2025">
                <a:solidFill>
                  <a:schemeClr val="tx1"/>
                </a:solidFill>
              </a:rPr>
              <a:t/>
            </a:r>
          </a:p>
          <a:p xmlns:a="http://schemas.openxmlformats.org/drawingml/2006/main">
            <a:pPr>
              <a:defRPr sz="2025">
                <a:solidFill>
                  <a:schemeClr val="tx1"/>
                </a:solidFill>
              </a:defRPr>
            </a:pPr>
            <a:r>
              <a:rPr sz="2025">
                <a:solidFill>
                  <a:schemeClr val="tx1"/>
                </a:solidFill>
              </a:rPr>
              <a:t>Recommendation: [Proposed scope and reason]</a:t>
            </a:r>
          </a:p>
          <a:p xmlns:a="http://schemas.openxmlformats.org/drawingml/2006/main">
            <a:pPr>
              <a:defRPr sz="2025">
                <a:solidFill>
                  <a:schemeClr val="tx1"/>
                </a:solidFill>
              </a:defRPr>
            </a:pPr>
            <a:r>
              <a:rPr sz="2025">
                <a:solidFill>
                  <a:schemeClr val="tx1"/>
                </a:solidFill>
              </a:rPr>
              <a:t/>
            </a:r>
          </a:p>
          <a:p xmlns:a="http://schemas.openxmlformats.org/drawingml/2006/main">
            <a:pPr>
              <a:defRPr sz="2025">
                <a:solidFill>
                  <a:schemeClr val="tx1"/>
                </a:solidFill>
              </a:defRPr>
            </a:pPr>
            <a:r>
              <a:rPr sz="2025">
                <a:solidFill>
                  <a:schemeClr val="tx1"/>
                </a:solidFill>
              </a:rPr>
              <a:t>Decision required: [Approval, owner and date]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A092A-736F-4766-B855-9B093C71B6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af83158a64b0e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12D9E-0298-497A-B0D5-82826B9E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</p:spTree>
    <p:extLst>
      <p:ext uri="{BB962C8B-B14F-4D97-AF65-F5344CB8AC3E}">
        <p14:creationId xmlns:p14="http://schemas.microsoft.com/office/powerpoint/2010/main" val="9993582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94997F6-7BDC-4B75-A696-863F167656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[Customer need and proposed response]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E972CE9-7232-4DFC-9BEF-C755827B39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[Customer need]</a:t>
            </a:r>
          </a:p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/>
            </a:r>
          </a:p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[Evidence or business driver]</a:t>
            </a:r>
          </a:p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/>
            </a:r>
          </a:p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[Current constraint]</a:t>
            </a:r>
          </a:p>
        </p:txBody>
      </p:sp>
      <p:sp>
        <p:nvSpPr>
          <p:cNvPr id="4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6629F83F-72FA-48E8-BC8E-75C189A05B1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[Proposed response]</a:t>
            </a:r>
          </a:p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/>
            </a:r>
          </a:p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[Solution choice and trade-off]</a:t>
            </a:r>
          </a:p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/>
            </a:r>
          </a:p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[Expected outcome]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7DB48-A196-4033-BEF9-74472157F3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26ff5ff154b25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C0371-DC4D-4D45-9CF6-C5B67FF0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</p:spTree>
    <p:extLst>
      <p:ext uri="{BB962C8B-B14F-4D97-AF65-F5344CB8AC3E}">
        <p14:creationId xmlns:p14="http://schemas.microsoft.com/office/powerpoint/2010/main" val="10781083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F0AEFED-FFDD-47A7-AEA7-26363156A9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[CIS Infra offering name]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8D0AC503-9F9D-4ED3-B877-E6363B792B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Buyer: [Role / segment]</a:t>
            </a:r>
          </a:p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/>
            </a:r>
          </a:p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Problem: [Trigger and impact]</a:t>
            </a:r>
          </a:p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/>
            </a:r>
          </a:p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Outcome: [Measurable target]</a:t>
            </a:r>
          </a:p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/>
            </a:r>
          </a:p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Scope: [Bounded deliverables]</a:t>
            </a:r>
          </a:p>
        </p:txBody>
      </p:sp>
      <p:sp>
        <p:nvSpPr>
          <p:cNvPr id="4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1AACCEF8-AFA9-4736-B70E-4537D3E3CB6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Prerequisites: [Landing zone / access]</a:t>
            </a:r>
          </a:p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/>
            </a:r>
          </a:p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Dependencies: [Other tower support]</a:t>
            </a:r>
          </a:p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/>
            </a:r>
          </a:p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Exclusions: [Out-of-scope work]</a:t>
            </a:r>
          </a:p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/>
            </a:r>
          </a:p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Acceptance: [Evidence and owner]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FCAC8B-1CAB-4A0E-8756-AA63A05A21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2e84c48804805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2334A-B6FB-40DB-976A-A892D7E1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</p:spTree>
    <p:extLst>
      <p:ext uri="{BB962C8B-B14F-4D97-AF65-F5344CB8AC3E}">
        <p14:creationId xmlns:p14="http://schemas.microsoft.com/office/powerpoint/2010/main" val="160400288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A8E1A4E-26A5-4B3C-8BC2-019693C1AE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[Reference architecture]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D46CD490-AA7C-4C2B-9541-660D198519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chemeClr val="accent2"/>
                </a:solidFill>
              </a:defRPr>
            </a:defPPr>
          </a:lstStyle>
          <a:p xmlns:a="http://schemas.openxmlformats.org/drawingml/2006/main">
            <a:pPr>
              <a:defRPr sz="2400">
                <a:solidFill>
                  <a:schemeClr val="accent2"/>
                </a:solidFill>
              </a:defRPr>
            </a:pPr>
            <a:r>
              <a:rPr sz="2400">
                <a:solidFill>
                  <a:schemeClr val="accent2"/>
                </a:solidFill>
              </a:rPr>
              <a:t>[Insert editable Azure architecture diagram here]</a:t>
            </a:r>
          </a:p>
          <a:p xmlns:a="http://schemas.openxmlformats.org/drawingml/2006/main">
            <a:pPr>
              <a:defRPr sz="2400">
                <a:solidFill>
                  <a:schemeClr val="accent2"/>
                </a:solidFill>
              </a:defRPr>
            </a:pPr>
            <a:r>
              <a:rPr sz="2400">
                <a:solidFill>
                  <a:schemeClr val="accent2"/>
                </a:solidFill>
              </a:rPr>
              <a:t/>
            </a:r>
          </a:p>
          <a:p xmlns:a="http://schemas.openxmlformats.org/drawingml/2006/main">
            <a:pPr>
              <a:defRPr sz="2400">
                <a:solidFill>
                  <a:schemeClr val="accent2"/>
                </a:solidFill>
              </a:defRPr>
            </a:pPr>
            <a:r>
              <a:rPr sz="2400">
                <a:solidFill>
                  <a:schemeClr val="accent2"/>
                </a:solidFill>
              </a:rPr>
              <a:t>[Label region, environment and trust boundaries]</a:t>
            </a:r>
          </a:p>
        </p:txBody>
      </p:sp>
      <p:sp>
        <p:nvSpPr>
          <p:cNvPr id="4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35F0A514-67DC-4714-94F9-E5A638797C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chemeClr val="tx1"/>
                </a:solidFill>
              </a:defRPr>
            </a:pPr>
            <a:r>
              <a:rPr sz="1800">
                <a:solidFill>
                  <a:schemeClr val="tx1"/>
                </a:solidFill>
              </a:rPr>
              <a:t>Design decisions</a:t>
            </a:r>
          </a:p>
          <a:p xmlns:a="http://schemas.openxmlformats.org/drawingml/2006/main">
            <a:pPr>
              <a:defRPr sz="1800">
                <a:solidFill>
                  <a:schemeClr val="tx1"/>
                </a:solidFill>
              </a:defRPr>
            </a:pPr>
            <a:r>
              <a:rPr sz="1800">
                <a:solidFill>
                  <a:schemeClr val="tx1"/>
                </a:solidFill>
              </a:rPr>
              <a:t/>
            </a:r>
          </a:p>
          <a:p xmlns:a="http://schemas.openxmlformats.org/drawingml/2006/main">
            <a:pPr>
              <a:defRPr sz="1800">
                <a:solidFill>
                  <a:schemeClr val="tx1"/>
                </a:solidFill>
              </a:defRPr>
            </a:pPr>
            <a:r>
              <a:rPr sz="1800">
                <a:solidFill>
                  <a:schemeClr val="tx1"/>
                </a:solidFill>
              </a:rPr>
              <a:t>[Identity]</a:t>
            </a:r>
          </a:p>
          <a:p xmlns:a="http://schemas.openxmlformats.org/drawingml/2006/main">
            <a:pPr>
              <a:defRPr sz="1800">
                <a:solidFill>
                  <a:schemeClr val="tx1"/>
                </a:solidFill>
              </a:defRPr>
            </a:pPr>
            <a:r>
              <a:rPr sz="1800">
                <a:solidFill>
                  <a:schemeClr val="tx1"/>
                </a:solidFill>
              </a:rPr>
              <a:t/>
            </a:r>
          </a:p>
          <a:p xmlns:a="http://schemas.openxmlformats.org/drawingml/2006/main">
            <a:pPr>
              <a:defRPr sz="1800">
                <a:solidFill>
                  <a:schemeClr val="tx1"/>
                </a:solidFill>
              </a:defRPr>
            </a:pPr>
            <a:r>
              <a:rPr sz="1800">
                <a:solidFill>
                  <a:schemeClr val="tx1"/>
                </a:solidFill>
              </a:rPr>
              <a:t>[Networking]</a:t>
            </a:r>
          </a:p>
          <a:p xmlns:a="http://schemas.openxmlformats.org/drawingml/2006/main">
            <a:pPr>
              <a:defRPr sz="1800">
                <a:solidFill>
                  <a:schemeClr val="tx1"/>
                </a:solidFill>
              </a:defRPr>
            </a:pPr>
            <a:r>
              <a:rPr sz="1800">
                <a:solidFill>
                  <a:schemeClr val="tx1"/>
                </a:solidFill>
              </a:rPr>
              <a:t/>
            </a:r>
          </a:p>
          <a:p xmlns:a="http://schemas.openxmlformats.org/drawingml/2006/main">
            <a:pPr>
              <a:defRPr sz="1800">
                <a:solidFill>
                  <a:schemeClr val="tx1"/>
                </a:solidFill>
              </a:defRPr>
            </a:pPr>
            <a:r>
              <a:rPr sz="1800">
                <a:solidFill>
                  <a:schemeClr val="tx1"/>
                </a:solidFill>
              </a:rPr>
              <a:t>[Security]</a:t>
            </a:r>
          </a:p>
          <a:p xmlns:a="http://schemas.openxmlformats.org/drawingml/2006/main">
            <a:pPr>
              <a:defRPr sz="1800">
                <a:solidFill>
                  <a:schemeClr val="tx1"/>
                </a:solidFill>
              </a:defRPr>
            </a:pPr>
            <a:r>
              <a:rPr sz="1800">
                <a:solidFill>
                  <a:schemeClr val="tx1"/>
                </a:solidFill>
              </a:rPr>
              <a:t/>
            </a:r>
          </a:p>
          <a:p xmlns:a="http://schemas.openxmlformats.org/drawingml/2006/main">
            <a:pPr>
              <a:defRPr sz="1800">
                <a:solidFill>
                  <a:schemeClr val="tx1"/>
                </a:solidFill>
              </a:defRPr>
            </a:pPr>
            <a:r>
              <a:rPr sz="1800">
                <a:solidFill>
                  <a:schemeClr val="tx1"/>
                </a:solidFill>
              </a:rPr>
              <a:t>[Resilience]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BB677-98B2-4F45-B117-D6D236780D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5b16887fb443ee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CAC73-3909-4E5E-955A-9E8F39A4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</p:spTree>
    <p:extLst>
      <p:ext uri="{BB962C8B-B14F-4D97-AF65-F5344CB8AC3E}">
        <p14:creationId xmlns:p14="http://schemas.microsoft.com/office/powerpoint/2010/main" val="14083339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B252EB8-8E76-44FB-811B-454EB0BCFC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[Commercial summary in USD]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E65C2D53-E410-43F9-9B8B-322B84CB4F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chemeClr val="tx2"/>
                </a:solidFill>
              </a:defRPr>
            </a:pPr>
            <a:r>
              <a:rPr sz="1500">
                <a:solidFill>
                  <a:schemeClr val="tx2"/>
                </a:solidFill>
              </a:rPr>
              <a:t>[Region, pricing date, estimate status and exclusions]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37C7F-240A-4392-AA7B-189805537B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233ee92cd24664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F0EC1-58D3-4567-B256-1010F2F3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D864C-99EB-4CCC-90E4-21E2BD66A68B}"/>
              </a:ext>
            </a:extLst>
          </p:cNvPr>
          <p:cNvGraphicFramePr/>
          <p:nvPr/>
        </p:nvGraphicFramePr>
        <p:xfrm>
          <a:off xmlns:a="http://schemas.openxmlformats.org/drawingml/2006/main" x="685800" y="2047875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3714750"/>
                <a:gridCol w="2171700"/>
                <a:gridCol w="2171700"/>
              </a:tblGrid>
              <a:tr h="6477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chemeClr val="lt1"/>
                          </a:solidFill>
                        </a:rPr>
                        <a:t>Cost component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chemeClr val="lt1"/>
                          </a:solidFill>
                        </a:rPr>
                        <a:t>Basis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chemeClr val="lt1"/>
                          </a:solidFill>
                        </a:rPr>
                        <a:t>One-time USD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chemeClr val="lt1"/>
                          </a:solidFill>
                        </a:rPr>
                        <a:t>Monthly USD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Delivery services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[Days × approved rate]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[Amount]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[N/A]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Azure consumption</a:t>
                      </a:r>
                    </a:p>
                  </a:txBody>
                  <a:tcPr marL="91440" marR="91440" marT="45720" marB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[Region / usage / SKU]</a:t>
                      </a:r>
                    </a:p>
                  </a:txBody>
                  <a:tcPr marL="91440" marR="91440" marT="45720" marB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[N/A]</a:t>
                      </a:r>
                    </a:p>
                  </a:txBody>
                  <a:tcPr marL="91440" marR="91440" marT="45720" marB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[Amount]</a:t>
                      </a:r>
                    </a:p>
                  </a:txBody>
                  <a:tcPr marL="91440" marR="91440" marT="45720" marB="45720">
                    <a:solidFill>
                      <a:schemeClr val="bg1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Licensing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[Users / license plan]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[N/A]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[Amount]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Managed operations</a:t>
                      </a:r>
                    </a:p>
                  </a:txBody>
                  <a:tcPr marL="91440" marR="91440" marT="45720" marB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[Coverage and scope]</a:t>
                      </a:r>
                    </a:p>
                  </a:txBody>
                  <a:tcPr marL="91440" marR="91440" marT="45720" marB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[Setup fee]</a:t>
                      </a:r>
                    </a:p>
                  </a:txBody>
                  <a:tcPr marL="91440" marR="91440" marT="45720" marB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[Amount]</a:t>
                      </a:r>
                    </a:p>
                  </a:txBody>
                  <a:tcPr marL="91440" marR="91440" marT="45720" marB="45720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96345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D9D558D-C901-4558-84B8-EA6D0316CA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[Delivery plan and acceptance]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726972C0-DCFE-429F-AF12-8A55DB71DA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chemeClr val="tx2"/>
                </a:solidFill>
              </a:defRPr>
            </a:pPr>
            <a:r>
              <a:rPr sz="1500">
                <a:solidFill>
                  <a:schemeClr val="tx2"/>
                </a:solidFill>
              </a:rPr>
              <a:t>[Calendar assumption, dependency and customer availability]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1FB7F-175C-41C5-9B84-84E2F8C87B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669dbe3ea4e41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C2584-05A8-415E-828A-4286E53A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A5FE9-6CB8-4390-8337-B953A01E40A3}"/>
              </a:ext>
            </a:extLst>
          </p:cNvPr>
          <p:cNvGraphicFramePr/>
          <p:nvPr/>
        </p:nvGraphicFramePr>
        <p:xfrm>
          <a:off xmlns:a="http://schemas.openxmlformats.org/drawingml/2006/main" x="685800" y="2047875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1571625"/>
                <a:gridCol w="4200525"/>
                <a:gridCol w="2428875"/>
              </a:tblGrid>
              <a:tr h="6477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chemeClr val="lt1"/>
                          </a:solidFill>
                        </a:rPr>
                        <a:t>Phase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chemeClr val="lt1"/>
                          </a:solidFill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chemeClr val="lt1"/>
                          </a:solidFill>
                        </a:rPr>
                        <a:t>Deliverable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chemeClr val="lt1"/>
                          </a:solidFill>
                        </a:rPr>
                        <a:t>Acceptance owner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Discover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[Week]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[Assessment and baseline]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Design</a:t>
                      </a:r>
                    </a:p>
                  </a:txBody>
                  <a:tcPr marL="91440" marR="91440" marT="45720" marB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[Week]</a:t>
                      </a:r>
                    </a:p>
                  </a:txBody>
                  <a:tcPr marL="91440" marR="91440" marT="45720" marB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[Approved architecture]</a:t>
                      </a:r>
                    </a:p>
                  </a:txBody>
                  <a:tcPr marL="91440" marR="91440" marT="45720" marB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>
                    <a:solidFill>
                      <a:schemeClr val="bg1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Build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[Weeks]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[Deployed platform]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Validate and hand over</a:t>
                      </a:r>
                    </a:p>
                  </a:txBody>
                  <a:tcPr marL="91440" marR="91440" marT="45720" marB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[Week]</a:t>
                      </a:r>
                    </a:p>
                  </a:txBody>
                  <a:tcPr marL="91440" marR="91440" marT="45720" marB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[Evidence and runbooks]</a:t>
                      </a:r>
                    </a:p>
                  </a:txBody>
                  <a:tcPr marL="91440" marR="91440" marT="45720" marB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428107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B252EB8-8E76-44FB-811B-454EB0BCFC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[Ownership and tower dependencies]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E65C2D53-E410-43F9-9B8B-322B84CB4F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chemeClr val="tx2"/>
                </a:solidFill>
              </a:defRPr>
            </a:pPr>
            <a:r>
              <a:rPr sz="1500">
                <a:solidFill>
                  <a:schemeClr val="tx2"/>
                </a:solidFill>
              </a:rPr>
              <a:t>R = Responsible   A = Accountable   C = Consulted   I = Informed. Confirm with delivery owners.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99CA5-0494-4E65-BE51-D47B5A172D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738e431d240b3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CA088-B622-42CA-87AC-D668D929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E88E8-8290-4506-80FD-2CEEBCF0BED6}"/>
              </a:ext>
            </a:extLst>
          </p:cNvPr>
          <p:cNvGraphicFramePr/>
          <p:nvPr/>
        </p:nvGraphicFramePr>
        <p:xfrm>
          <a:off xmlns:a="http://schemas.openxmlformats.org/drawingml/2006/main" x="685800" y="2047875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29100"/>
                <a:gridCol w="1647825"/>
                <a:gridCol w="1647825"/>
                <a:gridCol w="1647825"/>
                <a:gridCol w="1647825"/>
              </a:tblGrid>
              <a:tr h="6477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chemeClr val="lt1"/>
                          </a:solidFill>
                        </a:rPr>
                        <a:t>Activity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chemeClr val="lt1"/>
                          </a:solidFill>
                        </a:rPr>
                        <a:t>CIS Infra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chemeClr val="lt1"/>
                          </a:solidFill>
                        </a:rPr>
                        <a:t>Security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chemeClr val="lt1"/>
                          </a:solidFill>
                        </a:rPr>
                        <a:t>DevOps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chemeClr val="lt1"/>
                          </a:solidFill>
                        </a:rPr>
                        <a:t>AI / Data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Landing zone extension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[R/A]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[C]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[C]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[C]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Security controls</a:t>
                      </a:r>
                    </a:p>
                  </a:txBody>
                  <a:tcPr marL="91440" marR="91440" marT="45720" marB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[C]</a:t>
                      </a:r>
                    </a:p>
                  </a:txBody>
                  <a:tcPr marL="91440" marR="91440" marT="45720" marB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[R/A]</a:t>
                      </a:r>
                    </a:p>
                  </a:txBody>
                  <a:tcPr marL="91440" marR="91440" marT="45720" marB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[C]</a:t>
                      </a:r>
                    </a:p>
                  </a:txBody>
                  <a:tcPr marL="91440" marR="91440" marT="45720" marB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[C]</a:t>
                      </a:r>
                    </a:p>
                  </a:txBody>
                  <a:tcPr marL="91440" marR="91440" marT="45720" marB="45720">
                    <a:solidFill>
                      <a:schemeClr val="bg1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Deployment pipelines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[C]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[C]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[R/A]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[C]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Workload and data integration</a:t>
                      </a:r>
                    </a:p>
                  </a:txBody>
                  <a:tcPr marL="91440" marR="91440" marT="45720" marB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[C]</a:t>
                      </a:r>
                    </a:p>
                  </a:txBody>
                  <a:tcPr marL="91440" marR="91440" marT="45720" marB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[C]</a:t>
                      </a:r>
                    </a:p>
                  </a:txBody>
                  <a:tcPr marL="91440" marR="91440" marT="45720" marB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[C]</a:t>
                      </a:r>
                    </a:p>
                  </a:txBody>
                  <a:tcPr marL="91440" marR="91440" marT="45720" marB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chemeClr val="tx1"/>
                          </a:solidFill>
                        </a:rPr>
                        <a:t>[R/A]</a:t>
                      </a:r>
                    </a:p>
                  </a:txBody>
                  <a:tcPr marL="91440" marR="91440" marT="45720" marB="45720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545200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4C4BFDA8-6E4E-40CE-AA3A-4D2DD54169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4800">
                <a:solidFill>
                  <a:schemeClr val="lt1"/>
                </a:solidFill>
              </a:defRPr>
            </a:defPPr>
          </a:lstStyle>
          <a:p xmlns:a="http://schemas.openxmlformats.org/drawingml/2006/main">
            <a:pPr>
              <a:defRPr sz="4800">
                <a:solidFill>
                  <a:schemeClr val="lt1"/>
                </a:solidFill>
              </a:defRPr>
            </a:pPr>
            <a:r>
              <a:rPr sz="4800">
                <a:solidFill>
                  <a:schemeClr val="lt1"/>
                </a:solidFill>
              </a:rPr>
              <a:t>[Next steps]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4389B62-D467-4DBA-92F0-2B6671280F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chemeClr val="accent3"/>
                </a:solidFill>
              </a:defRPr>
            </a:defPPr>
          </a:lstStyle>
          <a:p xmlns:a="http://schemas.openxmlformats.org/drawingml/2006/main">
            <a:pPr>
              <a:defRPr sz="2250">
                <a:solidFill>
                  <a:schemeClr val="accent3"/>
                </a:solidFill>
              </a:defRPr>
            </a:pPr>
            <a:r>
              <a:rPr sz="2250">
                <a:solidFill>
                  <a:schemeClr val="accent3"/>
                </a:solidFill>
              </a:rPr>
              <a:t>[Decision required]   /   [Owner]   /   [Target date]</a:t>
            </a:r>
          </a:p>
        </p:txBody>
      </p:sp>
      <p:sp>
        <p:nvSpPr>
          <p:cNvPr id="4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A2EFECE1-97EE-4C2A-8563-A64ECD2E3E6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chemeClr val="lt1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chemeClr val="lt1"/>
                </a:solidFill>
              </a:defRPr>
            </a:pPr>
            <a:r>
              <a:rPr sz="1800">
                <a:solidFill>
                  <a:schemeClr val="lt1"/>
                </a:solidFill>
              </a:rPr>
              <a:t>[Presenter name]   [Email or contact]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A8F072-2588-4990-9C46-7D8F3D038E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559bbdc8546e1"/>
          <a:stretch xmlns:a="http://schemas.openxmlformats.org/drawingml/2006/main"/>
        </p:blipFill>
        <p:spPr>
          <a:xfrm xmlns:a="http://schemas.openxmlformats.org/drawingml/2006/main">
            <a:off x="687813" y="552450"/>
            <a:ext cx="2567724" cy="4603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751341"/>
      </p:ext>
    </p:extLst>
  </p:cSld>
</p:sld>
</file>

<file path=ppt/theme/theme1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Gellix"/>
        <a:ea typeface=""/>
        <a:cs typeface=""/>
      </a:majorFont>
      <a:minorFont>
        <a:latin typeface="Gellix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2026-10-10T13:56:28.3080000Z</dcterms:created>
  <dcterms:modified xsi:type="dcterms:W3CDTF">2026-10-10T13:56:28.3090000Z</dcterms:modified>
</coreProperties>
</file>