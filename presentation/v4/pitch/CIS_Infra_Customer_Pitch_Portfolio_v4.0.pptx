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azure ai platform services.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We help you build, govern and run your Azure AI platform, using Microsoft’s own tools first and adding only what they do not cover.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Built on Microsoft Foundry, API Management, API Center, Agent 365, Entra, Defender and Purview, configured first and extended only where needed.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EU AI Act Update: Digital Omnibus finalises compliance changes (Orrick, third-party law-firm summary, 29 Jul 2026; EUR-Lex text not verified) https://www.orrick.com/en/Insights/2026/07/EU-AI-Act-Update-Digital-Omnibus-Finalizes-8-Compliance-Changes; Azure AI Landing Zones (GitHub) https://github.com/Azure/AI-Landing-Zones; Register and discover MCP servers in Azure API Center https://learn.microsoft.com/en-us/azure/api-center/register-discover-mcp-server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Azure AI Platform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From first assessment to a governed, operated AI platform on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Agents spread fast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Teams build agents in several tools; few organisations can list, own or stop them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Costs are hard to predict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Agent loops multiply model usage; reserved capacity can outlive the model it was bought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Rules are arriving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EU AI Act and sector rules expect an inventory, ownership and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We help you build, govern and run your Azure AI platform, using Microsoft’s own tools first and adding only what they do not cover.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Assess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Measure demand, cost and gaps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Build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AI landing zone on Microsoft accelerators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Control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One governed path for model and tool calls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Govern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Every agent owned and observed; stop path proven first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Run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Monthly operations and cost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platform your AI teams can deploy to in weeks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One governed gateway and an approved tool list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An agent inventory with owners; a stop path proven before it is relied on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Cost evidence to buy capacity and licences wisely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named operator with monthly service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8745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Short, fixed scope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2 to 6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Landing zone, gateway or agent governance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8 to 20 weeks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Monthly managed 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Built on Microsoft Foundry, API Management, API Center, Agent 365, Entra, Defender and Purview, configured first and extended only where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Azure AI Platform Services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Pick the area that matters most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Agree a short assessment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Share access to the relevant subscriptions and cost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Azure AI Platform Services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